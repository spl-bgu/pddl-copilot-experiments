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Frontier-Model Baseline — Evaluation Cost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Full per-model eval = 27,360 trials (identical scope to Qwen3.6-35B)  ·  232.9M input + 78.3M output tokens (measured)  ·  Batch API = −50%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43000"/>
          <a:ext cx="7315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188720"/>
                <a:gridCol w="1234440"/>
                <a:gridCol w="1234440"/>
                <a:gridCol w="1143000"/>
              </a:tblGrid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$/Mtok
(in / out)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Full eval
LIST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Full eval
BATCH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Lean ⅓
BATCH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Anthropic · Opus 4.8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$5 / $25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$3,122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$1,561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$520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Anthropic · Sonnet 4.6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$3 / $15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$1,873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$937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$312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Anthropic · Haiku 4.5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$1 / $5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$624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$312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$104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3050"/>
                          </a:solidFill>
                        </a:rPr>
                        <a:t>Google · Gemini 3.1 Pro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$2 / $12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$1,405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$703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$234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Google · Gemini 3.5 Flash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$1.5 / $9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$1,054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$527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$176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Google · Gemini 3.1 Flash-Lite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$0.25 / $1.5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$176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$88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$29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OpenAI · GPT-5.5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$5 / $30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$3,514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$1,757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$586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OpenAI · GPT-5.4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$2.5 / $15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$1,757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$878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$293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4322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OpenAI · GPT-5.4-Mini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$0.75 / $4.5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$527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$264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$88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OpenAI · GPT-5.4-Nano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555555"/>
                          </a:solidFill>
                        </a:rPr>
                        <a:t>$0.20 / $1.25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$144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F3050"/>
                          </a:solidFill>
                        </a:rPr>
                        <a:t>$72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335588"/>
                          </a:solidFill>
                        </a:rPr>
                        <a:t>$24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11430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5588"/>
                </a:solidFill>
              </a:rPr>
              <a:t>Key takeaways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Same eval as Qwen3.6-35B.  </a:t>
            </a:r>
            <a:r>
              <a:rPr sz="1050">
                <a:solidFill>
                  <a:srgbClr val="555555"/>
                </a:solidFill>
              </a:rPr>
              <a:t>27,360 trials/model — identical tasks, problems, variants. The $ is the price of running that eval on a metered API instead of free SLURM GPUs.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Output is 63–68% of every bill.  </a:t>
            </a:r>
            <a:r>
              <a:rPr sz="1050">
                <a:solidFill>
                  <a:srgbClr val="555555"/>
                </a:solidFill>
              </a:rPr>
              <a:t>Output is priced ~5× input. So Batch (−50% on input AND output) is the primary lever; prompt caching (input-only) is secondary.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Lean scope = ⅓ the cost.  </a:t>
            </a:r>
            <a:r>
              <a:rPr sz="1050">
                <a:solidFill>
                  <a:srgbClr val="555555"/>
                </a:solidFill>
              </a:rPr>
              <a:t>2 with-tools variants (not 6) + 1 no-tools (not 3) → still a valid baseline point. Gemini 3.1 Pro ≈ $234, Sonnet ≈ $312, Opus ≈ $520.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Cheapest Pro-tier frontier:  </a:t>
            </a:r>
            <a:r>
              <a:rPr sz="1050">
                <a:solidFill>
                  <a:srgbClr val="555555"/>
                </a:solidFill>
              </a:rPr>
              <a:t>Google Gemini 3.1 Pro — $703 full / $234 lean (Batch).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Pilot first (~$20–35).  </a:t>
            </a:r>
            <a:r>
              <a:rPr sz="1050">
                <a:solidFill>
                  <a:srgbClr val="555555"/>
                </a:solidFill>
              </a:rPr>
              <a:t>1 task × ~10 problems on Sonnet to validate the adapter and replace Qwen-tokenizer estimates with real token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053328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Caveats: token counts measured with the Qwen tokenizer — Opus 4.7+ / GPT-5 new tokenizers may add ~+35% on input; Claude/Gemini extended-thinking output is the largest single uncertainty (cap the thinking budget). Prices verified 2026-06-01.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